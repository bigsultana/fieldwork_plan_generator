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7"/>
  </p:sldIdLst>
  <p:sldSz cx="30276000" cy="2138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AD6A6-91A1-FC1C-D75D-0509D8BA9D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DF8BE0-9718-E31F-1136-46963E2C7F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F33918-65FB-AA2D-A812-BE4B39B23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11777-6B53-44B8-B02A-6C5EC160DF5E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735DDE-594C-A374-6001-E4D700306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721EC-70B6-DDF3-6803-57EEB6672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561DA-E36C-46D0-9B89-EFF3A6270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292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1FB40-1D79-8F0B-1D13-60590A7FD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C7144-0E4C-6B01-1EDC-940A10DC8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6713D7-5ED2-C37C-5386-A5AC75BE6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11777-6B53-44B8-B02A-6C5EC160DF5E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5634A-EF45-3DE8-220A-E1A5F610E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FFAC4-2F18-9D35-29B3-017E35709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561DA-E36C-46D0-9B89-EFF3A6270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281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B49D4-B8C5-044A-BD3D-28CDACD08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CE8ECC-8A49-AB5D-AF96-A842C84D33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641E23-7549-76DF-8379-D1CDAC628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11777-6B53-44B8-B02A-6C5EC160DF5E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54F14-9735-9E78-DE1F-002416BC2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05CA9-53D7-EC4B-8D4F-47F469BEB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561DA-E36C-46D0-9B89-EFF3A6270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621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81462-07DF-9034-38DA-5D34D5DD7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0F167-C77B-CEA8-2321-794E98586E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B9EB57-3C39-1385-082B-0628B8DD5C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D40C1D-1DE3-5868-119C-AD8006D7B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11777-6B53-44B8-B02A-6C5EC160DF5E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A4D70-AE53-33E6-3281-3BCF92296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8A5B5E-4062-80D2-A098-653F78692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561DA-E36C-46D0-9B89-EFF3A6270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128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4FA0B-C39C-69FE-481F-BBD9A4C99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FAD91-E4C6-A08C-88A9-4E5E1CC85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F146C4-88CF-76A9-E8D8-8AABF80F9F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25BED1-B4B1-5872-3917-29C7BC3034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F1B4D9-AE7B-605D-A61C-90D05F28DE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339FD3-8444-607F-7981-1BBE3AA6D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11777-6B53-44B8-B02A-6C5EC160DF5E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DE5394-D1B3-A074-3873-9E6EC95F5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B0527E-B3E7-80ED-0CAD-AF0F94970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561DA-E36C-46D0-9B89-EFF3A6270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29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87AED-518B-68F6-0014-F06D31D5A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A06C77-BDA4-C321-198B-94B100FA5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11777-6B53-44B8-B02A-6C5EC160DF5E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303EE5-BBC2-E9DB-2D45-D6B8E55D7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7C8BFC-39B9-3B2B-3C82-681ABEA81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561DA-E36C-46D0-9B89-EFF3A6270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066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DBA2E0-ECD8-C991-0B01-7EC8C2698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11777-6B53-44B8-B02A-6C5EC160DF5E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8E191A-9B51-8521-93B9-59FD6167E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A5913-AB0A-B291-17B4-27F8ACE27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561DA-E36C-46D0-9B89-EFF3A6270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880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0C744-7646-CA74-2F98-83D23F581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69249-33A3-92EB-7DF2-1FC6139FD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AF3429-F369-9053-E5F9-5646785D9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66E8CC-0C84-66C3-BA30-51C0DF034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11777-6B53-44B8-B02A-6C5EC160DF5E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01FB8F-BF9C-BC92-7DEB-F17FC6BC1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11A714-53DC-2705-A39E-C7F38A0DA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561DA-E36C-46D0-9B89-EFF3A6270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806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E23E7-E604-F221-9848-7EF034824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7960D7-C0A9-19FE-C230-7795B90771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B387E8-3BFC-8561-1D64-BEC01E36D2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97B2A3-B774-64CA-DA91-E4FEA7636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11777-6B53-44B8-B02A-6C5EC160DF5E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2FCFC7-AC4F-C252-28EE-6D3688718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5A8111-E3EA-829E-3C55-8DD8E5A9F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561DA-E36C-46D0-9B89-EFF3A6270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753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FC6E5-314A-956B-F097-3A67FCE29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0B6554-AA10-B27F-FF33-7A13B9377D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EBDF0-B16C-FDF3-A182-7AE9EE0FE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11777-6B53-44B8-B02A-6C5EC160DF5E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7E6D1-C1FB-C663-3C80-6E9ACF56B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E3332B-3B05-54E4-4428-6D75AB10C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561DA-E36C-46D0-9B89-EFF3A6270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725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B0ED9D-7E66-1AA3-E186-951F3B2ABF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B861F7-CC5F-EDEF-2312-9E3862F8C8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DA031-D8DB-339C-B5AC-CA5FFD91D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11777-6B53-44B8-B02A-6C5EC160DF5E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F69B3-A8DF-76C9-6D21-7A8AD2B23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D6576-E55F-AC15-5500-42ECB7074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C561DA-E36C-46D0-9B89-EFF3A6270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4111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B9D6F2-AC84-0E24-69B5-75546B4FC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A7602-CAD6-FC43-ABE2-65734871B1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783FC-5AA9-13EC-A909-3AC1210B9D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F11777-6B53-44B8-B02A-6C5EC160DF5E}" type="datetimeFigureOut">
              <a:rPr lang="en-US" smtClean="0"/>
              <a:t>3/28/2026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A91D7-5EEB-B821-670F-AF127665D4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1E0E40-CEAE-8EDA-F6A5-F608031219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C561DA-E36C-46D0-9B89-EFF3A62707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24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0878E-0BB3-E2D4-4433-3DCC92B942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319AD3-09CD-B9B9-A794-4699BCC7A1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347349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0960" y="256679"/>
            <a:ext cx="29844000" cy="20952000"/>
          </a:xfrm>
          <a:prstGeom prst="rect">
            <a:avLst/>
          </a:prstGeom>
          <a:noFill/>
          <a:ln w="31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6960" y="472679"/>
            <a:ext cx="29412000" cy="20520000"/>
          </a:xfrm>
          <a:prstGeom prst="rect">
            <a:avLst/>
          </a:prstGeom>
          <a:noFill/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6960" y="19127880"/>
            <a:ext cx="29412000" cy="186480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52420" y="19127880"/>
            <a:ext cx="5080" cy="18647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76420" y="19127880"/>
            <a:ext cx="5080" cy="18647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246420" y="19127880"/>
            <a:ext cx="5080" cy="18647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743740" y="19127880"/>
            <a:ext cx="5080" cy="18647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836420" y="19127880"/>
            <a:ext cx="5080" cy="18647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796420" y="19127880"/>
            <a:ext cx="5080" cy="18647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876420" y="19127880"/>
            <a:ext cx="5080" cy="18647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956420" y="19127880"/>
            <a:ext cx="5080" cy="18647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180420" y="19127880"/>
            <a:ext cx="5080" cy="18647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152420" y="19127880"/>
            <a:ext cx="5080" cy="18647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798960" y="20126140"/>
            <a:ext cx="5040000" cy="5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798960" y="20558140"/>
            <a:ext cx="3384000" cy="5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960" y="19193760"/>
            <a:ext cx="720000" cy="180000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REV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440" y="19193760"/>
            <a:ext cx="720000" cy="180000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39600" y="19193760"/>
            <a:ext cx="720000" cy="180000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DESCRIPTION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5680" y="19193760"/>
            <a:ext cx="720000" cy="180000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DRAWN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22080" y="19193760"/>
            <a:ext cx="720000" cy="180000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CHK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6960" y="20925932"/>
            <a:ext cx="8028000" cy="31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6960" y="20788052"/>
            <a:ext cx="8028000" cy="31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6960" y="20650172"/>
            <a:ext cx="8028000" cy="31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960" y="20512292"/>
            <a:ext cx="8028000" cy="31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6960" y="20374412"/>
            <a:ext cx="8028000" cy="31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6960" y="20236532"/>
            <a:ext cx="8028000" cy="31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6960" y="20098652"/>
            <a:ext cx="8028000" cy="31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6960" y="19960772"/>
            <a:ext cx="8028000" cy="31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6960" y="19822892"/>
            <a:ext cx="8028000" cy="31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6960" y="19685012"/>
            <a:ext cx="8028000" cy="31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6960" y="19547132"/>
            <a:ext cx="8028000" cy="31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6960" y="19409252"/>
            <a:ext cx="8028000" cy="31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6960" y="19271372"/>
            <a:ext cx="8028000" cy="317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80852" y="19409760"/>
            <a:ext cx="3175" cy="1517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820012" y="19409760"/>
            <a:ext cx="3175" cy="1517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266092" y="19409760"/>
            <a:ext cx="3175" cy="1517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802492" y="19409760"/>
            <a:ext cx="3175" cy="1517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90960" y="19163880"/>
            <a:ext cx="2052000" cy="1008000"/>
          </a:xfrm>
          <a:prstGeom prst="rect">
            <a:avLst/>
          </a:prstGeom>
          <a:noFill/>
        </p:spPr>
        <p:txBody>
          <a:bodyPr wrap="square" lIns="12600" rIns="12600" tIns="5400" bIns="5400">
            <a:spAutoFit/>
          </a:bodyPr>
          <a:lstStyle/>
          <a:p>
            <a:pPr algn="l"/>
            <a:r>
              <a:rPr sz="580" b="0" i="0">
                <a:solidFill>
                  <a:srgbClr val="404040"/>
                </a:solidFill>
                <a:latin typeface="Arial"/>
              </a:rPr>
              <a:t>This document remains the property of PTG CONSULTING and may not be copied or reproduced without permission.
Do not scale this drawing.
Verify all dimensions on site.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760" y="19171080"/>
            <a:ext cx="5612400" cy="295200"/>
          </a:xfrm>
          <a:prstGeom prst="rect">
            <a:avLst/>
          </a:prstGeom>
          <a:noFill/>
        </p:spPr>
        <p:txBody>
          <a:bodyPr wrap="square" lIns="12600" rIns="12600" tIns="5400" bIns="5400">
            <a:spAutoFit/>
          </a:bodyPr>
          <a:lstStyle/>
          <a:p>
            <a:pPr algn="l"/>
            <a:r>
              <a:rPr sz="560" b="0" i="0">
                <a:solidFill>
                  <a:srgbClr val="404040"/>
                </a:solidFill>
                <a:latin typeface="Arial"/>
              </a:rPr>
              <a:t>a: Level 3, 159 Coronation Drive, Milton QLD 4064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760" y="19462680"/>
            <a:ext cx="5612400" cy="162000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560" b="0" i="0">
                <a:solidFill>
                  <a:srgbClr val="404040"/>
                </a:solidFill>
                <a:latin typeface="Arial"/>
              </a:rPr>
              <a:t>p: (07) 3444 6666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07760" y="19631880"/>
            <a:ext cx="5612400" cy="162000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560" b="0" i="0">
                <a:solidFill>
                  <a:srgbClr val="404040"/>
                </a:solidFill>
                <a:latin typeface="Arial"/>
              </a:rPr>
              <a:t>e: admin@ptgconsulting.com.au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07760" y="19801080"/>
            <a:ext cx="5612400" cy="162000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560" b="0" i="0">
                <a:solidFill>
                  <a:srgbClr val="404040"/>
                </a:solidFill>
                <a:latin typeface="Arial"/>
              </a:rPr>
              <a:t>w: www.ptgconsulting.com.au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292160" y="19862280"/>
            <a:ext cx="2410920" cy="396000"/>
          </a:xfrm>
          <a:prstGeom prst="rect">
            <a:avLst/>
          </a:prstGeom>
          <a:noFill/>
        </p:spPr>
        <p:txBody>
          <a:bodyPr wrap="square" lIns="12600" rIns="12600" tIns="5400" bIns="5400">
            <a:spAutoFit/>
          </a:bodyPr>
          <a:lstStyle/>
          <a:p>
            <a:pPr algn="ctr"/>
            <a:r>
              <a:rPr sz="1250" b="1" i="0">
                <a:solidFill>
                  <a:srgbClr val="004B8B"/>
                </a:solidFill>
                <a:latin typeface="Arial"/>
              </a:rPr>
              <a:t>PTG CONSULTING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775080" y="19145880"/>
            <a:ext cx="2035079" cy="151200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Client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775080" y="19286280"/>
            <a:ext cx="2035079" cy="504000"/>
          </a:xfrm>
          <a:prstGeom prst="rect">
            <a:avLst/>
          </a:prstGeom>
          <a:noFill/>
        </p:spPr>
        <p:txBody>
          <a:bodyPr wrap="square" lIns="12600" rIns="12600" tIns="5400" bIns="5400">
            <a:spAutoFit/>
          </a:bodyPr>
          <a:lstStyle/>
          <a:p>
            <a:pPr algn="l"/>
            <a:r>
              <a:rPr sz="1050" b="1" i="0">
                <a:solidFill>
                  <a:srgbClr val="000000"/>
                </a:solidFill>
                <a:latin typeface="Arial"/>
              </a:rPr>
              <a:t>CLIENT NAME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867760" y="19145880"/>
            <a:ext cx="3902400" cy="144000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Project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867760" y="19264680"/>
            <a:ext cx="3902400" cy="525600"/>
          </a:xfrm>
          <a:prstGeom prst="rect">
            <a:avLst/>
          </a:prstGeom>
          <a:noFill/>
        </p:spPr>
        <p:txBody>
          <a:bodyPr wrap="square" lIns="12600" rIns="12600" tIns="5400" bIns="5400">
            <a:spAutoFit/>
          </a:bodyPr>
          <a:lstStyle/>
          <a:p>
            <a:pPr algn="l"/>
            <a:r>
              <a:rPr sz="1500" b="1" i="0">
                <a:solidFill>
                  <a:srgbClr val="004B8B"/>
                </a:solidFill>
                <a:latin typeface="Arial"/>
              </a:rPr>
              <a:t>PROJECT TITLE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867760" y="19783080"/>
            <a:ext cx="3902400" cy="144000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Address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867760" y="19916280"/>
            <a:ext cx="3902400" cy="259200"/>
          </a:xfrm>
          <a:prstGeom prst="rect">
            <a:avLst/>
          </a:prstGeom>
          <a:noFill/>
        </p:spPr>
        <p:txBody>
          <a:bodyPr wrap="square" lIns="12600" rIns="12600" tIns="5400" bIns="5400">
            <a:spAutoFit/>
          </a:bodyPr>
          <a:lstStyle/>
          <a:p>
            <a:pPr algn="l"/>
            <a:r>
              <a:rPr sz="840" b="0" i="0">
                <a:solidFill>
                  <a:srgbClr val="000000"/>
                </a:solidFill>
                <a:latin typeface="Arial"/>
              </a:rPr>
              <a:t>PROJECT ADDRESS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867760" y="20179080"/>
            <a:ext cx="648000" cy="129600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Project No.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494160" y="20168280"/>
            <a:ext cx="3276000" cy="151200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819" b="1" i="0">
                <a:solidFill>
                  <a:srgbClr val="000000"/>
                </a:solidFill>
                <a:latin typeface="Arial"/>
              </a:rPr>
              <a:t>PTG-YYYY-XXX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827760" y="19145880"/>
            <a:ext cx="1022400" cy="144000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Drawing Title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827760" y="19264680"/>
            <a:ext cx="1022400" cy="525600"/>
          </a:xfrm>
          <a:prstGeom prst="rect">
            <a:avLst/>
          </a:prstGeom>
          <a:noFill/>
        </p:spPr>
        <p:txBody>
          <a:bodyPr wrap="square" lIns="12600" rIns="12600" tIns="5400" bIns="5400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DRAWING TITLE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4827760" y="19783080"/>
            <a:ext cx="1022400" cy="302400"/>
          </a:xfrm>
          <a:prstGeom prst="rect">
            <a:avLst/>
          </a:prstGeom>
          <a:noFill/>
        </p:spPr>
        <p:txBody>
          <a:bodyPr wrap="square" lIns="12600" rIns="12600" tIns="5400" bIns="5400">
            <a:spAutoFit/>
          </a:bodyPr>
          <a:lstStyle/>
          <a:p>
            <a:pPr algn="l"/>
            <a:r>
              <a:rPr sz="950" b="1" i="0">
                <a:solidFill>
                  <a:srgbClr val="000000"/>
                </a:solidFill>
                <a:latin typeface="Arial"/>
              </a:rPr>
              <a:t>SUBTITLE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4811560" y="19127880"/>
            <a:ext cx="1054800" cy="320255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Drawn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4811560" y="19448136"/>
            <a:ext cx="1054800" cy="680543"/>
          </a:xfrm>
          <a:prstGeom prst="rect">
            <a:avLst/>
          </a:prstGeom>
          <a:noFill/>
        </p:spPr>
        <p:txBody>
          <a:bodyPr wrap="square" lIns="12600" rIns="12600" tIns="5400" bIns="5400">
            <a:spAutoFit/>
          </a:bodyPr>
          <a:lstStyle/>
          <a:p>
            <a:pPr algn="ctr"/>
            <a:r>
              <a:rPr sz="950" b="1" i="0">
                <a:solidFill>
                  <a:srgbClr val="000000"/>
                </a:solidFill>
                <a:latin typeface="Arial"/>
              </a:rPr>
              <a:t>XX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891560" y="19127880"/>
            <a:ext cx="1054800" cy="320255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Approved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891560" y="19448136"/>
            <a:ext cx="1054800" cy="680543"/>
          </a:xfrm>
          <a:prstGeom prst="rect">
            <a:avLst/>
          </a:prstGeom>
          <a:noFill/>
        </p:spPr>
        <p:txBody>
          <a:bodyPr wrap="square" lIns="12600" rIns="12600" tIns="5400" bIns="5400">
            <a:spAutoFit/>
          </a:bodyPr>
          <a:lstStyle/>
          <a:p>
            <a:pPr algn="ctr"/>
            <a:r>
              <a:rPr sz="950" b="1" i="0">
                <a:solidFill>
                  <a:srgbClr val="000000"/>
                </a:solidFill>
                <a:latin typeface="Arial"/>
              </a:rPr>
              <a:t>XX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6971560" y="19127880"/>
            <a:ext cx="1198800" cy="320255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Scale @ A1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6971560" y="19448136"/>
            <a:ext cx="1198800" cy="680543"/>
          </a:xfrm>
          <a:prstGeom prst="rect">
            <a:avLst/>
          </a:prstGeom>
          <a:noFill/>
        </p:spPr>
        <p:txBody>
          <a:bodyPr wrap="square" lIns="12600" rIns="12600" tIns="5400" bIns="5400">
            <a:spAutoFit/>
          </a:bodyPr>
          <a:lstStyle/>
          <a:p>
            <a:pPr algn="ctr"/>
            <a:r>
              <a:rPr sz="950" b="1" i="0">
                <a:solidFill>
                  <a:srgbClr val="000000"/>
                </a:solidFill>
                <a:latin typeface="Arial"/>
              </a:rPr>
              <a:t>NTS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195560" y="19127880"/>
            <a:ext cx="946800" cy="320255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Figure No.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8195560" y="19448136"/>
            <a:ext cx="946800" cy="680543"/>
          </a:xfrm>
          <a:prstGeom prst="rect">
            <a:avLst/>
          </a:prstGeom>
          <a:noFill/>
        </p:spPr>
        <p:txBody>
          <a:bodyPr wrap="square" lIns="12600" rIns="12600" tIns="5400" bIns="5400">
            <a:spAutoFit/>
          </a:bodyPr>
          <a:lstStyle/>
          <a:p>
            <a:pPr algn="ctr"/>
            <a:r>
              <a:rPr sz="950" b="1" i="0">
                <a:solidFill>
                  <a:srgbClr val="000000"/>
                </a:solidFill>
                <a:latin typeface="Arial"/>
              </a:rPr>
              <a:t>A001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167560" y="19127880"/>
            <a:ext cx="658800" cy="320255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Revision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9167560" y="19448136"/>
            <a:ext cx="658800" cy="680543"/>
          </a:xfrm>
          <a:prstGeom prst="rect">
            <a:avLst/>
          </a:prstGeom>
          <a:noFill/>
        </p:spPr>
        <p:txBody>
          <a:bodyPr wrap="square" lIns="12600" rIns="12600" tIns="5400" bIns="5400">
            <a:spAutoFit/>
          </a:bodyPr>
          <a:lstStyle/>
          <a:p>
            <a:pPr algn="ctr"/>
            <a:r>
              <a:rPr sz="950" b="1" i="0">
                <a:solidFill>
                  <a:srgbClr val="000000"/>
                </a:solidFill>
                <a:latin typeface="Arial"/>
              </a:rPr>
              <a:t>-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4811560" y="20128680"/>
            <a:ext cx="1054800" cy="138240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Designed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4811560" y="20266920"/>
            <a:ext cx="1054800" cy="293760"/>
          </a:xfrm>
          <a:prstGeom prst="rect">
            <a:avLst/>
          </a:prstGeom>
          <a:noFill/>
        </p:spPr>
        <p:txBody>
          <a:bodyPr wrap="square" lIns="12600" rIns="12600" tIns="5400" bIns="5400">
            <a:spAutoFit/>
          </a:bodyPr>
          <a:lstStyle/>
          <a:p>
            <a:pPr algn="ctr"/>
            <a:r>
              <a:rPr sz="950" b="1" i="0">
                <a:solidFill>
                  <a:srgbClr val="000000"/>
                </a:solidFill>
                <a:latin typeface="Arial"/>
              </a:rPr>
              <a:t>XX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5891560" y="20128680"/>
            <a:ext cx="1054800" cy="138240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Date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5891560" y="20266920"/>
            <a:ext cx="1054800" cy="293760"/>
          </a:xfrm>
          <a:prstGeom prst="rect">
            <a:avLst/>
          </a:prstGeom>
          <a:noFill/>
        </p:spPr>
        <p:txBody>
          <a:bodyPr wrap="square" lIns="12600" rIns="12600" tIns="5400" bIns="5400">
            <a:spAutoFit/>
          </a:bodyPr>
          <a:lstStyle/>
          <a:p>
            <a:pPr algn="ctr"/>
            <a:r>
              <a:rPr sz="830" b="1" i="0">
                <a:solidFill>
                  <a:srgbClr val="000000"/>
                </a:solidFill>
                <a:latin typeface="Arial"/>
              </a:rPr>
              <a:t>DD.MM.YY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6971560" y="20128680"/>
            <a:ext cx="1198800" cy="138240"/>
          </a:xfrm>
          <a:prstGeom prst="rect">
            <a:avLst/>
          </a:prstGeom>
          <a:noFill/>
        </p:spPr>
        <p:txBody>
          <a:bodyPr wrap="none" lIns="12600" rIns="12600" tIns="5400" bIns="5400">
            <a:spAutoFit/>
          </a:bodyPr>
          <a:lstStyle/>
          <a:p>
            <a:pPr algn="l"/>
            <a:r>
              <a:rPr sz="600" b="0" i="0">
                <a:solidFill>
                  <a:srgbClr val="808080"/>
                </a:solidFill>
                <a:latin typeface="Arial"/>
              </a:rPr>
              <a:t>Drawing Status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6971560" y="20266920"/>
            <a:ext cx="1198800" cy="293760"/>
          </a:xfrm>
          <a:prstGeom prst="rect">
            <a:avLst/>
          </a:prstGeom>
          <a:noFill/>
        </p:spPr>
        <p:txBody>
          <a:bodyPr wrap="square" lIns="12600" rIns="12600" tIns="5400" bIns="5400">
            <a:spAutoFit/>
          </a:bodyPr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FOR INFORMATION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26960" y="472679"/>
            <a:ext cx="29412000" cy="18655200"/>
          </a:xfrm>
          <a:prstGeom prst="rect">
            <a:avLst/>
          </a:prstGeom>
          <a:noFill/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latin typeface="Arial"/>
              </a:rPr>
              <a:t>IMAGE CONTENT AREA
Builder places exported figures here.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8000" y="648000"/>
            <a:ext cx="43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Arial"/>
              </a:rPr>
              <a:t>PTG appendix template generated from DXF-derived titleblock geometry.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Raison</dc:creator>
  <cp:lastModifiedBy>Matthew Raison</cp:lastModifiedBy>
  <cp:revision>1</cp:revision>
  <dcterms:created xsi:type="dcterms:W3CDTF">2026-03-28T02:00:31Z</dcterms:created>
  <dcterms:modified xsi:type="dcterms:W3CDTF">2026-03-28T02:00:40Z</dcterms:modified>
</cp:coreProperties>
</file>