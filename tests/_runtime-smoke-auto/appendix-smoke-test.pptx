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76000" cy="2138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D6A6-91A1-FC1C-D75D-0509D8BA9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F8BE0-9718-E31F-1136-46963E2C7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33918-65FB-AA2D-A812-BE4B39B2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5DDE-594C-A374-6001-E4D70030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21EC-70B6-DDF3-6803-57EEB667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9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FB40-1D79-8F0B-1D13-60590A7F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C7144-0E4C-6B01-1EDC-940A10DC8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13D7-5ED2-C37C-5386-A5AC75BE6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5634A-EF45-3DE8-220A-E1A5F610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FFAC4-2F18-9D35-29B3-017E3570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8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49D4-B8C5-044A-BD3D-28CDACD0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8ECC-8A49-AB5D-AF96-A842C84D3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41E23-7549-76DF-8379-D1CDAC62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54F14-9735-9E78-DE1F-002416BC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05CA9-53D7-EC4B-8D4F-47F469BE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2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1462-07DF-9034-38DA-5D34D5DD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0F167-C77B-CEA8-2321-794E98586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9EB57-3C39-1385-082B-0628B8DD5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40C1D-1DE3-5868-119C-AD8006D7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4D70-AE53-33E6-3281-3BCF9229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A5B5E-4062-80D2-A098-653F7869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28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4FA0B-C39C-69FE-481F-BBD9A4C99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FAD91-E4C6-A08C-88A9-4E5E1CC85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146C4-88CF-76A9-E8D8-8AABF80F9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25BED1-B4B1-5872-3917-29C7BC303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F1B4D9-AE7B-605D-A61C-90D05F28D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39FD3-8444-607F-7981-1BBE3AA6D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E5394-D1B3-A074-3873-9E6EC95F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0527E-B3E7-80ED-0CAD-AF0F9497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9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7AED-518B-68F6-0014-F06D31D5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06C77-BDA4-C321-198B-94B100FA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03EE5-BBC2-E9DB-2D45-D6B8E55D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C8BFC-39B9-3B2B-3C82-681ABEA8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6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DBA2E0-ECD8-C991-0B01-7EC8C269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E191A-9B51-8521-93B9-59FD6167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A5913-AB0A-B291-17B4-27F8ACE2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8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C744-7646-CA74-2F98-83D23F581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9249-33A3-92EB-7DF2-1FC6139FD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F3429-F369-9053-E5F9-5646785D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6E8CC-0C84-66C3-BA30-51C0DF03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1FB8F-BF9C-BC92-7DEB-F17FC6BC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1A714-53DC-2705-A39E-C7F38A0D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0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23E7-E604-F221-9848-7EF03482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960D7-C0A9-19FE-C230-7795B9077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387E8-3BFC-8561-1D64-BEC01E36D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7B2A3-B774-64CA-DA91-E4FEA7636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FCFC7-AC4F-C252-28EE-6D368871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A8111-E3EA-829E-3C55-8DD8E5A9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5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C6E5-314A-956B-F097-3A67FCE2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B6554-AA10-B27F-FF33-7A13B9377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EBDF0-B16C-FDF3-A182-7AE9EE0F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7E6D1-C1FB-C663-3C80-6E9ACF56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332B-3B05-54E4-4428-6D75AB10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25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0ED9D-7E66-1AA3-E186-951F3B2AB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861F7-CC5F-EDEF-2312-9E3862F8C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DA031-D8DB-339C-B5AC-CA5FFD91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F69B3-A8DF-76C9-6D21-7A8AD2B2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D6576-E55F-AC15-5500-42ECB707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111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9D6F2-AC84-0E24-69B5-75546B4F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7602-CAD6-FC43-ABE2-65734871B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783FC-5AA9-13EC-A909-3AC1210B9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A91D7-5EEB-B821-670F-AF127665D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E0E40-CEAE-8EDA-F6A5-F60803121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0960" y="256679"/>
            <a:ext cx="29844000" cy="2095200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6960" y="472679"/>
            <a:ext cx="29412000" cy="2052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6960" y="19127880"/>
            <a:ext cx="29412000" cy="1864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52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7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24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374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83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79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7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5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80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152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798960" y="20126140"/>
            <a:ext cx="5040000" cy="5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798960" y="20558140"/>
            <a:ext cx="3384000" cy="5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96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44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960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568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208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CHK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960" y="2092593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960" y="2078805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960" y="2065017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960" y="2051229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6960" y="2037441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960" y="2023653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6960" y="2009865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960" y="1996077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960" y="1982289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6960" y="1968501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6960" y="1954713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960" y="1940925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960" y="1927137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085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001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609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0249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0960" y="19163880"/>
            <a:ext cx="2052000" cy="10080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580" b="0" i="0">
                <a:solidFill>
                  <a:srgbClr val="404040"/>
                </a:solidFill>
                <a:latin typeface="Arial"/>
              </a:rPr>
              <a:t>This document remains the property of PTG CONSULTING and may not be copied or reproduced without permission.
Do not scale this drawing.
Verify all dimensions on site.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760" y="19171080"/>
            <a:ext cx="5612400" cy="2952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a: Level 3, 159 Coronation Drive (CNR Cribb St), Milton QLD 4064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760" y="19462680"/>
            <a:ext cx="5612400" cy="162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p: (07) 3444 6666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760" y="19631880"/>
            <a:ext cx="5612400" cy="162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e: admin@ptgconsulting.com.au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760" y="19801080"/>
            <a:ext cx="5612400" cy="162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w: www.ptgconsulting.com.au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92160" y="19862280"/>
            <a:ext cx="2410920" cy="3960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1250" b="1" i="0">
                <a:solidFill>
                  <a:srgbClr val="004B8B"/>
                </a:solidFill>
                <a:latin typeface="Arial"/>
              </a:rPr>
              <a:t>PTG CONSULTING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75080" y="19145880"/>
            <a:ext cx="2035079" cy="1512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Client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75080" y="19286280"/>
            <a:ext cx="2035079" cy="5040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Codex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867760" y="19145880"/>
            <a:ext cx="3902400" cy="144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867760" y="19264680"/>
            <a:ext cx="3902400" cy="5256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1500" b="1" i="0">
                <a:solidFill>
                  <a:srgbClr val="004B8B"/>
                </a:solidFill>
                <a:latin typeface="Arial"/>
              </a:rPr>
              <a:t>Smoke Test Project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867760" y="19783080"/>
            <a:ext cx="3902400" cy="144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Address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867760" y="19916280"/>
            <a:ext cx="3902400" cy="2592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840" b="0" i="0">
                <a:solidFill>
                  <a:srgbClr val="000000"/>
                </a:solidFill>
                <a:latin typeface="Arial"/>
              </a:rPr>
              <a:t>123 Test Street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867760" y="20179080"/>
            <a:ext cx="648000" cy="1296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Project No.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494160" y="20168280"/>
            <a:ext cx="3276000" cy="1512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819" b="1" i="0">
                <a:solidFill>
                  <a:srgbClr val="000000"/>
                </a:solidFill>
                <a:latin typeface="Arial"/>
              </a:rPr>
              <a:t>PTG-TEST-001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827760" y="19145880"/>
            <a:ext cx="1022400" cy="144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Drawing Title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827760" y="19264680"/>
            <a:ext cx="1022400" cy="5256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Sample Plan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811560" y="19127880"/>
            <a:ext cx="1054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811560" y="19448136"/>
            <a:ext cx="1054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CD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891560" y="19127880"/>
            <a:ext cx="1054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Approved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91560" y="19448136"/>
            <a:ext cx="1054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MR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971560" y="19127880"/>
            <a:ext cx="1198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Scale @ A1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71560" y="19448136"/>
            <a:ext cx="1198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195560" y="19127880"/>
            <a:ext cx="946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Figure No.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195560" y="19448136"/>
            <a:ext cx="946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A001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167560" y="19127880"/>
            <a:ext cx="658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Revision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67560" y="19448136"/>
            <a:ext cx="658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811560" y="20128680"/>
            <a:ext cx="1054800" cy="13824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Designed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811560" y="20266920"/>
            <a:ext cx="1054800" cy="29376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CD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891560" y="20128680"/>
            <a:ext cx="1054800" cy="13824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891560" y="20266920"/>
            <a:ext cx="1054800" cy="29376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830" b="1" i="0">
                <a:solidFill>
                  <a:srgbClr val="000000"/>
                </a:solidFill>
                <a:latin typeface="Arial"/>
              </a:rPr>
              <a:t>29.04.26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971560" y="20128680"/>
            <a:ext cx="1198800" cy="13824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Drawing Status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971560" y="20266920"/>
            <a:ext cx="1198800" cy="29376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FOR INFORMATION</a:t>
            </a:r>
          </a:p>
        </p:txBody>
      </p:sp>
      <p:pic>
        <p:nvPicPr>
          <p:cNvPr id="71" name="Picture 70" descr="sample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60" y="1528155"/>
            <a:ext cx="29412000" cy="16544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Raison</dc:creator>
  <cp:lastModifiedBy>Matthew Raison</cp:lastModifiedBy>
  <cp:revision>1</cp:revision>
  <dcterms:created xsi:type="dcterms:W3CDTF">2026-03-28T02:00:31Z</dcterms:created>
  <dcterms:modified xsi:type="dcterms:W3CDTF">2026-03-28T02:00:40Z</dcterms:modified>
</cp:coreProperties>
</file>